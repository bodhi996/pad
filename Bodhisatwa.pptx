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6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691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uper.money - UPI by Flipkart - Apps on Google Play">
            <a:extLst>
              <a:ext uri="{FF2B5EF4-FFF2-40B4-BE49-F238E27FC236}">
                <a16:creationId xmlns:a16="http://schemas.microsoft.com/office/drawing/2014/main" id="{009FAA66-31AD-B9D8-8517-C162F740A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54" y="548640"/>
            <a:ext cx="64008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1"/>
          <p:cNvSpPr/>
          <p:nvPr/>
        </p:nvSpPr>
        <p:spPr>
          <a:xfrm>
            <a:off x="9601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Pending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Re-designing the wait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1097280" cy="73152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submission  |  CX Program Manager | Bodhisatwa Bhattacharya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pending recharges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pays via UPI and the money gets debited instantly. But the telecom operator takes too long to confirm, and the app just shows a static "Pending" screen. The money is gone, the phone is not recharged, and the user has no idea what is happening.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628900" cy="23774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22631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sets in after staring at the pending screen for about this long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0420" y="2651760"/>
            <a:ext cx="2628900" cy="23774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3300" y="288036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43300" y="3840480"/>
            <a:ext cx="22631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raise a support ticket by this point without reading any FAQ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651760"/>
            <a:ext cx="2628900" cy="23774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288036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55080" y="3840480"/>
            <a:ext cx="22631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recharges are among the largest drivers of CPT at super.money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83980" y="2651760"/>
            <a:ext cx="2628900" cy="23774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66860" y="288036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66860" y="3840480"/>
            <a:ext cx="22631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these users ever self-recover without some form of help or refund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669280"/>
            <a:ext cx="73152" cy="502920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669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issue isn't the operator delay. It's the silence while we wait.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  |  Recharge Pending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transaction utility to reliability partner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speed up telecom operators. What we can control is how the wait feels. A smooth happy path earns us usage. A good bad-day experience earns us loyalty.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is the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users before they ask. The first 30 seconds decide whether they panic or trust us.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468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commit to a next step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17920" y="29718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clear action with a clear time. Never "please wait" — always "refund by 3:42 PM".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users where they are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SMS first, push second. Don't make them open the app to find out what's happening.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4709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bad day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17920" y="52120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paths feel the same across apps. The bad-day experience is where trust actually gets built.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  |  Recharge Pending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and hears at each stage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principle: a new signal fires at every stage, on at least one channel the user is already on.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0276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show in-app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send outside the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(UPI debit successful)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Animated progress with an estimated time for the operator to confirm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yet. We wait for the natural confirmation.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T+30s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timeout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(recharge unconfirmed)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screen: "We are chasing this with Airtel" with a visible 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notification acknowledging the delay and sharing the 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D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Anxiety uptick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(rage click risk)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D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status bar showing progress plus the next steps if it fails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D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message in a reassuring tone, with an auto-refund promise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D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(high drop-off risk)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chat bubble opens on its own, preferably an AI bot with full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fallback for users without WhatsApp or with it silenced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Auto-refund initiated. One-tap retry shown on the same screen.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and SMS confirmation with the bank reference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  |  Recharge Pending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by anxiety, not just by the clock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timeline misses users who are panicking faster than our schedule. We track a few simple behaviors in the app and trigger the next step the moment they fire, even if the timer hasn't expired yet.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we watch for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852160" y="21031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the moment it fires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09728" cy="109728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or more taps on the status screen within 10 seconds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0" y="25146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the WhatsApp message right away, skipping the 2-minute wait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09728" cy="109728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pulls to refresh 4+ times in 30 seconds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34747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UI to a live status animation with the operator name visible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09728" cy="109728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Help but doesn't start a chat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44348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 context in the support bot so they don't have to explain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09728" cy="109728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394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closes the app within 15 seconds of seeing Pending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53949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them on WhatsApp with a status card, within the minute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build. Catches the most anxious users first, which is where the ticket volume is.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  |  Recharge Pending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say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are the real messages a user would receive. The tone is calm, specific, and always commits to a next step with a time.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4173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 ·  T+30s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received. Airtel is confirming the recharge, usually takes 1 to 2 minutes. No action needed from your side.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66160" cy="14173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 ·  T+2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0" y="2240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Ravi. Your ₹199 recharge for 98XXXX1234 is still with Airtel. We are chasing them. If it is not confirmed by 3:42 PM, we will auto-refund the amount. No forms, no questions.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66160" cy="14173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 ·  T+5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2240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super.money: Recharge to 98XXXX1234 delayed at Airtel. Auto-refund by 3:47 PM if still unconfirmed. Ref SM82931.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behind the copy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operator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"Airtel is confirming" shifts the frame. The user knows exactly who the delay is with, and we stay transparent.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9768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next action, with a 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48920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ends with a time-bound commitment. Open-ended waits are what create panic in the first place.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04672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one-tap next step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button, retry button, refund status link. The user should never have to hunt for what to do next.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  |  Recharge Pending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know it's working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metrics. Three measure outcomes. One is the leading indicator. CPT reduction is assumed and tracked separately as the business KPI.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289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8900" cy="73152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Abandonment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&lt; 15%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users in the pending state who exit the app within 60 seconds without receiving any signal from us. Tells us whether we reach them in 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0420" y="1783080"/>
            <a:ext cx="26289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0420" y="1783080"/>
            <a:ext cx="2628900" cy="73152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3300" y="1965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43300" y="224028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Resolution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3300" y="27432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&gt; 85%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3300" y="310896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pending cases that resolve (either success or refund) without any manual support contact. The cleanest measure of whether the automation is actually working.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783080"/>
            <a:ext cx="26289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1783080"/>
            <a:ext cx="2628900" cy="73152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965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224028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Trust Retention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7432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&gt; 70%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310896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users who transact again within 7 days of experiencing a pending event, regardless of outcome. The real test of whether trust was rebuilt after the incident.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83980" y="1783080"/>
            <a:ext cx="26289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83980" y="1783080"/>
            <a:ext cx="2628900" cy="73152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66860" y="1965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66860" y="224028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Time-to-First-Signal (P99)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66860" y="27432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&lt; 30s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66860" y="310896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from pending state to the first outbound message landing on the user's device. Leading indicator. If this slips, everything else slips with it.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operational signal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Rage-click rate on the status screen. Cheapest panic thermometer we can instrument. Baseline likely above 1.5 clicks per second. Target below 0.3. Useful for real-time ops dashboards and A/B tests.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15000"/>
            <a:ext cx="73152" cy="502920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Zero-Touch Resolution moves up and Trust Retention holds, we've done the job. Everything else is plumbing.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  |  Recharge Pending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 and expected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0–30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bleeding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Auto-refund SLA live at 30 minutes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SMS fire at T+30 seconds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Help CTA in the first 5 minutes of pending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30–60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channels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 with status cards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screen with operator-specific ETA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bot pre-filled with transaction context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60–90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intelligence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9834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triggers for early escalation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Cohort-specific treatment (first-timer vs. repeat)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all 4 metrics in production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0" cy="493776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49640" y="1554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support tickets from pending recharges, based on industry benchmarks for proactive comms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49640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in the pending user cohort compared to the current baseline of around 20%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49640" y="3840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NPS, turning the pending experience from a liability into a trust-builder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edge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49640" y="4983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PhonePe, Paytm and GPay, who still treat pending as a static wait screen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73152" cy="320040"/>
          </a:xfrm>
          <a:prstGeom prst="rect">
            <a:avLst/>
          </a:prstGeom>
          <a:solidFill>
            <a:srgbClr val="D4FF00"/>
          </a:solidFill>
          <a:ln w="12700">
            <a:solidFill>
              <a:srgbClr val="D4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 is simple. The operator delay will always be there. What we build is the experience around it, and that's what users will remember.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  |  Recharge Pending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1388</Words>
  <Application>Microsoft Office PowerPoint</Application>
  <PresentationFormat>Widescreen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Recharge Pending Case Study</dc:title>
  <dc:subject>PptxGenJS Presentation</dc:subject>
  <dc:creator>CX Program Manager Submission</dc:creator>
  <cp:lastModifiedBy>Bhattacharya, Bodhisatwa</cp:lastModifiedBy>
  <cp:revision>2</cp:revision>
  <dcterms:created xsi:type="dcterms:W3CDTF">2026-04-22T07:09:47Z</dcterms:created>
  <dcterms:modified xsi:type="dcterms:W3CDTF">2026-04-22T07:15:07Z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2026-04-22T07:15:04Z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f937cae1-3fad-4a32-ae11-b955d82163b4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10, 3, 0, 1</vt:lpwstr>
  </property>
</Properties>
</file>